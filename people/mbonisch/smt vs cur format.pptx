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  <p:sldMasterId id="2147483694" r:id="rId2"/>
  </p:sldMasterIdLst>
  <p:notesMasterIdLst>
    <p:notesMasterId r:id="rId4"/>
  </p:notesMasterIdLst>
  <p:handoutMasterIdLst>
    <p:handoutMasterId r:id="rId5"/>
  </p:handoutMasterIdLst>
  <p:sldIdLst>
    <p:sldId id="403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CE7F0"/>
    <a:srgbClr val="2F4D5D"/>
    <a:srgbClr val="1D8DB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35" autoAdjust="0"/>
    <p:restoredTop sz="94652"/>
  </p:normalViewPr>
  <p:slideViewPr>
    <p:cSldViewPr snapToGrid="0" snapToObjects="1">
      <p:cViewPr>
        <p:scale>
          <a:sx n="100" d="100"/>
          <a:sy n="100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42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>
              <a:latin typeface="Arial" panose="020B0604020202020204" pitchFamily="34" charset="0"/>
            </a:endParaRP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>
                <a:latin typeface="Arial" panose="020B0604020202020204" pitchFamily="34" charset="0"/>
              </a:rPr>
              <a:t>9-2-2021</a:t>
            </a:fld>
            <a:endParaRPr lang="nl-NL">
              <a:latin typeface="Arial" panose="020B0604020202020204" pitchFamily="34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>
              <a:latin typeface="Arial" panose="020B0604020202020204" pitchFamily="34" charset="0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>
                <a:latin typeface="Arial" panose="020B0604020202020204" pitchFamily="34" charset="0"/>
              </a:rPr>
              <a:t>‹#›</a:t>
            </a:fld>
            <a:endParaRPr 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3C66214-DB21-4647-B5DA-0D17CA592867}" type="datetimeFigureOut">
              <a:rPr lang="nl-NL" smtClean="0"/>
              <a:pPr/>
              <a:t>9-2-2021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954E32A-327F-AF4B-8E1F-209FBF93D26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36D0-E188-499B-A063-E30C52BBA65B}" type="datetime1">
              <a:rPr lang="nl-BE" smtClean="0"/>
              <a:t>9/02/2021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0969-739A-495B-9AC8-9E83DBD19472}" type="datetime1">
              <a:rPr lang="nl-BE" smtClean="0"/>
              <a:t>9/02/2021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3A32B-624A-4D19-87A0-E1B3FD383FFA}" type="datetime1">
              <a:rPr lang="nl-BE" smtClean="0"/>
              <a:t>9/02/2021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776D5-6471-4EFF-BEAC-785903B7FED9}" type="datetime1">
              <a:rPr lang="nl-BE" smtClean="0"/>
              <a:t>9/02/2021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EAB7-456F-4852-B075-588A4BB01E68}" type="datetime1">
              <a:rPr lang="nl-BE" smtClean="0"/>
              <a:t>9/02/2021</a:t>
            </a:fld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93D8-4D6A-4159-B2D6-5CAAABFF1A22}" type="datetime1">
              <a:rPr lang="nl-BE" smtClean="0"/>
              <a:t>9/02/2021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006A-A638-4A45-BEF9-2F5A607B99F5}" type="datetime1">
              <a:rPr lang="nl-BE" smtClean="0"/>
              <a:t>9/02/2021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E52BB-B06C-4FE4-BEA7-7AF30AE8D9B1}" type="datetime1">
              <a:rPr lang="nl-BE" smtClean="0"/>
              <a:t>9/02/2021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7EB3-0723-4C33-A2DC-6917C9CA571A}" type="datetime1">
              <a:rPr lang="nl-BE" smtClean="0"/>
              <a:t>9/02/2021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819D0-E997-4D10-8966-002558C5432F}" type="datetime1">
              <a:rPr lang="nl-BE" smtClean="0"/>
              <a:t>9/02/2021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90315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9EB15C0D-7927-40B6-88B8-DB26DAC0C328}" type="datetime1">
              <a:rPr lang="nl-BE" smtClean="0"/>
              <a:pPr/>
              <a:t>9/02/2021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/>
              <a:t>Department of Materials Engineering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16C7DC62-5684-4D3E-A4B3-94058A773A6B}" type="datetime1">
              <a:rPr lang="nl-BE" smtClean="0"/>
              <a:pPr/>
              <a:t>9/02/2021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/>
              <a:t>Department of Materials Engineering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974A78-4BB8-4291-B556-92C34BC0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84F393-D25F-4979-8A70-D06F028B1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</a:t>
            </a:fld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2196C-C988-4299-93C0-C28B42890BF2}"/>
              </a:ext>
            </a:extLst>
          </p:cNvPr>
          <p:cNvSpPr txBox="1">
            <a:spLocks/>
          </p:cNvSpPr>
          <p:nvPr/>
        </p:nvSpPr>
        <p:spPr>
          <a:xfrm>
            <a:off x="2788339" y="386563"/>
            <a:ext cx="6615322" cy="937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/>
              <a:t>Euler angles in smt and cur formats have different order!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947E5-9A4A-4FED-BD7B-22F50FA6E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2400216"/>
            <a:ext cx="5724525" cy="2085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B39D9-2745-4545-B0FC-A07C9122E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2386012"/>
            <a:ext cx="5762625" cy="2095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7D9635-829B-42D9-B3C0-292041B3A28C}"/>
              </a:ext>
            </a:extLst>
          </p:cNvPr>
          <p:cNvSpPr txBox="1"/>
          <p:nvPr/>
        </p:nvSpPr>
        <p:spPr>
          <a:xfrm>
            <a:off x="2860457" y="1925552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smt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08A0C7-2502-49BB-8638-4589B0A28141}"/>
              </a:ext>
            </a:extLst>
          </p:cNvPr>
          <p:cNvSpPr txBox="1"/>
          <p:nvPr/>
        </p:nvSpPr>
        <p:spPr>
          <a:xfrm>
            <a:off x="9151828" y="1926510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cur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838C8-3868-44D1-B9D9-B9F8D43B5825}"/>
              </a:ext>
            </a:extLst>
          </p:cNvPr>
          <p:cNvSpPr txBox="1"/>
          <p:nvPr/>
        </p:nvSpPr>
        <p:spPr>
          <a:xfrm>
            <a:off x="902405" y="4622301"/>
            <a:ext cx="65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phi2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B24100-DD5A-4028-8B51-AE3A86250AB5}"/>
              </a:ext>
            </a:extLst>
          </p:cNvPr>
          <p:cNvSpPr txBox="1"/>
          <p:nvPr/>
        </p:nvSpPr>
        <p:spPr>
          <a:xfrm>
            <a:off x="1842641" y="462230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PHI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7A34F-750A-430D-ADDD-FB8A0C6B23F8}"/>
              </a:ext>
            </a:extLst>
          </p:cNvPr>
          <p:cNvSpPr txBox="1"/>
          <p:nvPr/>
        </p:nvSpPr>
        <p:spPr>
          <a:xfrm>
            <a:off x="2684945" y="4622301"/>
            <a:ext cx="65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phi1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85EE4-22F8-4D55-B41D-6D8F3B2224DC}"/>
              </a:ext>
            </a:extLst>
          </p:cNvPr>
          <p:cNvSpPr txBox="1"/>
          <p:nvPr/>
        </p:nvSpPr>
        <p:spPr>
          <a:xfrm>
            <a:off x="8370005" y="4624586"/>
            <a:ext cx="65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phi1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35F32D-EAFD-41AA-B476-582F8861A9A7}"/>
              </a:ext>
            </a:extLst>
          </p:cNvPr>
          <p:cNvSpPr txBox="1"/>
          <p:nvPr/>
        </p:nvSpPr>
        <p:spPr>
          <a:xfrm>
            <a:off x="9310241" y="462458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PHI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CB266E-8171-457B-9F9B-1FE2672F2F65}"/>
              </a:ext>
            </a:extLst>
          </p:cNvPr>
          <p:cNvSpPr txBox="1"/>
          <p:nvPr/>
        </p:nvSpPr>
        <p:spPr>
          <a:xfrm>
            <a:off x="10152545" y="4624586"/>
            <a:ext cx="65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phi2</a:t>
            </a:r>
          </a:p>
        </p:txBody>
      </p:sp>
    </p:spTree>
    <p:extLst>
      <p:ext uri="{BB962C8B-B14F-4D97-AF65-F5344CB8AC3E}">
        <p14:creationId xmlns:p14="http://schemas.microsoft.com/office/powerpoint/2010/main" val="261216754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24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KU Leuven</vt:lpstr>
      <vt:lpstr>KU Leuven Sedes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2017-09-13T11:47:32Z</dcterms:created>
  <dcterms:modified xsi:type="dcterms:W3CDTF">2021-02-09T17:52:44Z</dcterms:modified>
</cp:coreProperties>
</file>